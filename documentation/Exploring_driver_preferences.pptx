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25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788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03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137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299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6199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225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638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4121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151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4902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CFBE0D3-4300-4CAE-BA00-22C9D7D58584}" type="datetimeFigureOut">
              <a:rPr lang="nl-BE" smtClean="0"/>
              <a:t>8/02/2026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D986C4-41B0-4198-99AD-5D19AEEE1161}" type="slidenum">
              <a:rPr lang="nl-BE" smtClean="0"/>
              <a:t>‹nr.›</a:t>
            </a:fld>
            <a:endParaRPr lang="nl-B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93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en dashboard van een auto">
            <a:extLst>
              <a:ext uri="{FF2B5EF4-FFF2-40B4-BE49-F238E27FC236}">
                <a16:creationId xmlns:a16="http://schemas.microsoft.com/office/drawing/2014/main" id="{4F498079-EB68-ED24-3831-9127D4EB1C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rcRect t="15730"/>
          <a:stretch>
            <a:fillRect/>
          </a:stretch>
        </p:blipFill>
        <p:spPr>
          <a:xfrm>
            <a:off x="20" y="10"/>
            <a:ext cx="12191980" cy="685799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9687E04-C4C6-8982-F6D1-474506B29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nl-NL" sz="6600" dirty="0" err="1"/>
              <a:t>Exploring</a:t>
            </a:r>
            <a:r>
              <a:rPr lang="nl-NL" sz="6600" dirty="0"/>
              <a:t> driver </a:t>
            </a:r>
            <a:r>
              <a:rPr lang="nl-NL" sz="6600" dirty="0" err="1"/>
              <a:t>preferences</a:t>
            </a:r>
            <a:endParaRPr lang="nl-BE" sz="66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8F03D5C-01F5-102C-D2FE-D8C06FE19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>
            <a:normAutofit/>
          </a:bodyPr>
          <a:lstStyle/>
          <a:p>
            <a:r>
              <a:rPr lang="nl-NL" cap="none"/>
              <a:t>Kristof, Marc, Maxime, Karen</a:t>
            </a:r>
          </a:p>
          <a:p>
            <a:r>
              <a:rPr lang="nl-NL" cap="none"/>
              <a:t>10/2/2026</a:t>
            </a:r>
          </a:p>
        </p:txBody>
      </p:sp>
      <p:cxnSp>
        <p:nvCxnSpPr>
          <p:cNvPr id="23" name="Straight Connector 17">
            <a:extLst>
              <a:ext uri="{FF2B5EF4-FFF2-40B4-BE49-F238E27FC236}">
                <a16:creationId xmlns:a16="http://schemas.microsoft.com/office/drawing/2014/main" id="{0268177E-1445-4DCF-955D-1CAE9B76F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19">
            <a:extLst>
              <a:ext uri="{FF2B5EF4-FFF2-40B4-BE49-F238E27FC236}">
                <a16:creationId xmlns:a16="http://schemas.microsoft.com/office/drawing/2014/main" id="{85D52B88-A4AE-4B06-AEFC-8E492B903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D6FA94-0FE6-4CC5-BC1A-1F4780C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538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903D96-B066-B3A7-18BC-323245A3A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Agenda 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56510A-9CCD-89EB-FBAD-5E638258D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NL" sz="2400" dirty="0"/>
              <a:t> Ten geleide: een route en een trip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nl-NL" sz="2400" dirty="0"/>
              <a:t> Taken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nl-BE" sz="2400" dirty="0"/>
              <a:t> Cut-</a:t>
            </a:r>
            <a:r>
              <a:rPr lang="nl-BE" sz="2400" dirty="0" err="1"/>
              <a:t>offs</a:t>
            </a:r>
            <a:r>
              <a:rPr lang="nl-BE" sz="2400" dirty="0"/>
              <a:t>: een selectie van de trips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nl-BE" sz="2400" dirty="0"/>
              <a:t> Locatie-</a:t>
            </a:r>
            <a:r>
              <a:rPr lang="nl-BE" sz="2400" dirty="0" err="1"/>
              <a:t>id’s</a:t>
            </a:r>
            <a:endParaRPr lang="nl-BE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nl-BE" sz="2400" dirty="0"/>
              <a:t> Wat opvalt </a:t>
            </a:r>
          </a:p>
        </p:txBody>
      </p:sp>
    </p:spTree>
    <p:extLst>
      <p:ext uri="{BB962C8B-B14F-4D97-AF65-F5344CB8AC3E}">
        <p14:creationId xmlns:p14="http://schemas.microsoft.com/office/powerpoint/2010/main" val="2864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D388E-7BC1-ABE3-A1CC-9033C1EAD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Een route en een trip 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995D45-8607-8F08-69A8-A0C808D3A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nl-NL" dirty="0"/>
              <a:t> Een route = “</a:t>
            </a:r>
            <a:r>
              <a:rPr lang="nl-NL" dirty="0" err="1"/>
              <a:t>route_id</a:t>
            </a:r>
            <a:r>
              <a:rPr lang="nl-NL" dirty="0"/>
              <a:t>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NL" dirty="0"/>
              <a:t>bv. 0521_868, 0521_301,…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NL" dirty="0"/>
              <a:t>een route wordt op meerdere dagen gereden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BE" dirty="0" err="1"/>
              <a:t>groupby</a:t>
            </a:r>
            <a:r>
              <a:rPr lang="nl-BE" dirty="0"/>
              <a:t>(“</a:t>
            </a:r>
            <a:r>
              <a:rPr lang="nl-BE" dirty="0" err="1"/>
              <a:t>route_id</a:t>
            </a:r>
            <a:r>
              <a:rPr lang="nl-BE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nl-BE" dirty="0"/>
          </a:p>
          <a:p>
            <a:pPr>
              <a:buFont typeface="Wingdings" panose="05000000000000000000" pitchFamily="2" charset="2"/>
              <a:buChar char="§"/>
            </a:pPr>
            <a:r>
              <a:rPr lang="nl-BE" dirty="0"/>
              <a:t> Een rit of een trip = “</a:t>
            </a:r>
            <a:r>
              <a:rPr lang="nl-BE" dirty="0" err="1"/>
              <a:t>route_id</a:t>
            </a:r>
            <a:r>
              <a:rPr lang="nl-BE" dirty="0"/>
              <a:t>” en “date”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BE" dirty="0"/>
              <a:t>Bv. 0521_868 op 14/6/2022, 0521_301 op 31/5/2022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BE" dirty="0"/>
              <a:t>Een trip is een route die op een bepaalde dag gereden wordt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BE" dirty="0" err="1"/>
              <a:t>groupby</a:t>
            </a:r>
            <a:r>
              <a:rPr lang="nl-BE" dirty="0"/>
              <a:t>([“</a:t>
            </a:r>
            <a:r>
              <a:rPr lang="nl-BE" dirty="0" err="1"/>
              <a:t>route_id</a:t>
            </a:r>
            <a:r>
              <a:rPr lang="nl-BE" dirty="0"/>
              <a:t>”, “date”])</a:t>
            </a:r>
          </a:p>
          <a:p>
            <a:pPr>
              <a:buFont typeface="Arial" panose="020B0604020202020204" pitchFamily="34" charset="0"/>
              <a:buChar char="•"/>
            </a:pPr>
            <a:endParaRPr lang="nl-BE" dirty="0"/>
          </a:p>
          <a:p>
            <a:pPr lvl="1">
              <a:buFont typeface="Arial" panose="020B0604020202020204" pitchFamily="34" charset="0"/>
              <a:buChar char="•"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9366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498F0-55B8-30B3-49DE-B2E9693B4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Taken 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D42049-9AFF-8E4B-60E4-4FA6A311D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nl-NL" dirty="0"/>
              <a:t> Taak 1: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NL" dirty="0"/>
              <a:t>Definieer de cut-</a:t>
            </a:r>
            <a:r>
              <a:rPr lang="nl-NL" dirty="0" err="1"/>
              <a:t>offs</a:t>
            </a:r>
            <a:r>
              <a:rPr lang="nl-NL" dirty="0"/>
              <a:t> voor tijd en aantal taken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NL" dirty="0"/>
              <a:t>Definieer de locatie-</a:t>
            </a:r>
            <a:r>
              <a:rPr lang="nl-NL" dirty="0" err="1"/>
              <a:t>ids</a:t>
            </a:r>
            <a:r>
              <a:rPr lang="nl-NL" dirty="0"/>
              <a:t> </a:t>
            </a:r>
          </a:p>
          <a:p>
            <a:pPr marL="201168" lvl="1" indent="0">
              <a:buNone/>
            </a:pPr>
            <a:endParaRPr lang="nl-NL" dirty="0"/>
          </a:p>
          <a:p>
            <a:pPr>
              <a:buFont typeface="Wingdings" panose="05000000000000000000" pitchFamily="2" charset="2"/>
              <a:buChar char="§"/>
            </a:pPr>
            <a:r>
              <a:rPr lang="nl-NL" dirty="0"/>
              <a:t> Taak 2: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NL" dirty="0"/>
              <a:t>Analyseer het aantal en het type </a:t>
            </a:r>
            <a:r>
              <a:rPr lang="nl-NL" dirty="0" err="1"/>
              <a:t>requests</a:t>
            </a:r>
            <a:r>
              <a:rPr lang="nl-NL" dirty="0"/>
              <a:t> per trip </a:t>
            </a:r>
          </a:p>
          <a:p>
            <a:pPr marL="201168" lvl="1" indent="0">
              <a:buNone/>
            </a:pPr>
            <a:endParaRPr lang="nl-NL" dirty="0"/>
          </a:p>
          <a:p>
            <a:pPr>
              <a:buFont typeface="Wingdings" panose="05000000000000000000" pitchFamily="2" charset="2"/>
              <a:buChar char="§"/>
            </a:pPr>
            <a:r>
              <a:rPr lang="nl-NL" dirty="0"/>
              <a:t> Taak 3: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NL" dirty="0"/>
              <a:t>Analyseer de wijzigingen naar aanleiding van </a:t>
            </a:r>
            <a:r>
              <a:rPr lang="nl-NL" dirty="0" err="1"/>
              <a:t>requests</a:t>
            </a:r>
            <a:r>
              <a:rPr lang="nl-NL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Wingdings" panose="05000000000000000000" pitchFamily="2" charset="2"/>
              <a:buChar char="§"/>
            </a:pPr>
            <a:r>
              <a:rPr lang="nl-NL" dirty="0"/>
              <a:t> Taak 4: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nl-NL" dirty="0"/>
              <a:t>Analyseer de impact van de wijzigingen op het resultaat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0763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4D948-2657-8832-47E4-F595EB9D0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Cut-</a:t>
            </a:r>
            <a:r>
              <a:rPr lang="nl-NL" dirty="0" err="1"/>
              <a:t>offs</a:t>
            </a:r>
            <a:r>
              <a:rPr lang="nl-NL" dirty="0"/>
              <a:t>: een selectie van de trips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164E491-0569-9477-5D4F-60C37EC31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Time </a:t>
            </a:r>
          </a:p>
          <a:p>
            <a:pPr marL="0" indent="0">
              <a:buNone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03381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314EB-807D-D5CA-2589-BF3DBE3D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7B4375-5F26-B7BF-6978-4B66AAA5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opvalt 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5D8335-77CF-9277-83C6-55673D65C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 </a:t>
            </a:r>
            <a:r>
              <a:rPr lang="nl-NL" dirty="0" err="1"/>
              <a:t>Requests</a:t>
            </a:r>
            <a:r>
              <a:rPr lang="nl-NL" dirty="0"/>
              <a:t> en type van </a:t>
            </a:r>
            <a:r>
              <a:rPr lang="nl-NL" dirty="0" err="1"/>
              <a:t>requests</a:t>
            </a:r>
            <a:r>
              <a:rPr lang="nl-NL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8994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7810-8011-D79A-A4B7-50A0CA6D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2C2E9-594E-18C5-D560-A3C7B2596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opvalt 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2991A2F-0C50-9431-9D1D-5DA79CB8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 H</a:t>
            </a:r>
            <a:r>
              <a:rPr lang="nl-BE" dirty="0"/>
              <a:t>et aantal taken in een trip </a:t>
            </a:r>
          </a:p>
          <a:p>
            <a:pPr>
              <a:buFont typeface="Arial" panose="020B0604020202020204" pitchFamily="34" charset="0"/>
              <a:buChar char="•"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3809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AE6ED-0370-D92B-96F0-00D09DADE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D0D015-FA4D-8D32-6019-31162FA3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opvalt 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B77E9-FB1A-3105-2F09-7E97D9E90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</a:t>
            </a:r>
            <a:r>
              <a:rPr lang="nl-BE" dirty="0"/>
              <a:t>Route aan het begin en het einde van de </a:t>
            </a:r>
            <a:r>
              <a:rPr lang="nl-BE" dirty="0" err="1"/>
              <a:t>requests</a:t>
            </a:r>
            <a:endParaRPr lang="nl-BE" dirty="0"/>
          </a:p>
          <a:p>
            <a:pPr>
              <a:buFont typeface="Arial" panose="020B0604020202020204" pitchFamily="34" charset="0"/>
              <a:buChar char="•"/>
            </a:pPr>
            <a:r>
              <a:rPr lang="nl-BE" dirty="0"/>
              <a:t> </a:t>
            </a:r>
            <a:r>
              <a:rPr lang="nl-BE" dirty="0" err="1"/>
              <a:t>Levenshtein</a:t>
            </a:r>
            <a:r>
              <a:rPr lang="nl-BE" dirty="0"/>
              <a:t> </a:t>
            </a:r>
            <a:r>
              <a:rPr lang="nl-BE" dirty="0" err="1"/>
              <a:t>distance</a:t>
            </a:r>
            <a:r>
              <a:rPr lang="nl-BE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9896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97D0-57AD-F6BB-3EF8-931DB655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1C519B-B53B-93FA-8B82-41D90F84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opvalt 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89B36F-FA98-A434-08D3-BDC873889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 </a:t>
            </a:r>
            <a:r>
              <a:rPr lang="nl-BE" dirty="0"/>
              <a:t>Mijmeringen over de afstand</a:t>
            </a:r>
          </a:p>
          <a:p>
            <a:pPr>
              <a:buFont typeface="Arial" panose="020B0604020202020204" pitchFamily="34" charset="0"/>
              <a:buChar char="•"/>
            </a:pPr>
            <a:endParaRPr lang="nl-BE" dirty="0"/>
          </a:p>
          <a:p>
            <a:pPr>
              <a:buFont typeface="Arial" panose="020B0604020202020204" pitchFamily="34" charset="0"/>
              <a:buChar char="•"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4993394"/>
      </p:ext>
    </p:extLst>
  </p:cSld>
  <p:clrMapOvr>
    <a:masterClrMapping/>
  </p:clrMapOvr>
</p:sld>
</file>

<file path=ppt/theme/theme1.xml><?xml version="1.0" encoding="utf-8"?>
<a:theme xmlns:a="http://schemas.openxmlformats.org/drawingml/2006/main" name="Terugblik">
  <a:themeElements>
    <a:clrScheme name="Blauw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erugbli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rugbli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</TotalTime>
  <Words>218</Words>
  <Application>Microsoft Office PowerPoint</Application>
  <PresentationFormat>Breedbeeld</PresentationFormat>
  <Paragraphs>44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Terugblik</vt:lpstr>
      <vt:lpstr>Exploring driver preferences</vt:lpstr>
      <vt:lpstr>Agenda </vt:lpstr>
      <vt:lpstr>Een route en een trip </vt:lpstr>
      <vt:lpstr>Taken </vt:lpstr>
      <vt:lpstr>Cut-offs: een selectie van de trips</vt:lpstr>
      <vt:lpstr>Wat opvalt </vt:lpstr>
      <vt:lpstr>Wat opvalt </vt:lpstr>
      <vt:lpstr>Wat opvalt </vt:lpstr>
      <vt:lpstr>Wat opvalt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Karen Lauwers</dc:creator>
  <cp:lastModifiedBy>Karen Lauwers</cp:lastModifiedBy>
  <cp:revision>3</cp:revision>
  <dcterms:created xsi:type="dcterms:W3CDTF">2026-02-08T22:44:23Z</dcterms:created>
  <dcterms:modified xsi:type="dcterms:W3CDTF">2026-02-08T23:07:30Z</dcterms:modified>
</cp:coreProperties>
</file>